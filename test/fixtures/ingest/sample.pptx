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12192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10.xml"/>
<Relationship Id="rId3" Type="http://schemas.openxmlformats.org/officeDocument/2006/relationships/slide" Target="slides/slide2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Notes Placeholder"/>
          <p:cNvSpPr/>
          <p:nvPr>
            <p:ph type="body"/>
          </p:nvPr>
        </p:nvSpPr>
        <p:spPr>
          <a:xfrm>
            <a:off x="0" y="0"/>
            <a:ext cx="8000000" cy="2000000"/>
          </a:xfrm>
        </p:spPr>
        <p:txBody>
          <a:bodyPr/>
          <a:lstStyle/>
          <a:p>
            <a:pPr>
              <a:buNone/>
            </a:pPr>
            <a:r>
              <a:t>Do not read the bullets aloud. Ask what breaks first.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notesSlide" Target="../notesSlides/notesSlide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image" Target="../media/image1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Body"/>
          <p:cNvSpPr/>
          <p:nvPr>
            <p:ph type="body"/>
          </p:nvPr>
        </p:nvSpPr>
        <p:spPr>
          <a:xfrm>
            <a:off x="838200" y="2000000"/>
            <a:ext cx="8000000" cy="2000000"/>
          </a:xfrm>
        </p:spPr>
        <p:txBody>
          <a:bodyPr/>
          <a:lstStyle/>
          <a:p>
            <a:pPr>
              <a:buChar char="•"/>
            </a:pPr>
            <a:r>
              <a:t>Built on the prospect’s own content</a:t>
            </a:r>
          </a:p>
          <a:p>
            <a:pPr>
              <a:buChar char="•"/>
            </a:pPr>
            <a:r>
              <a:t>Branchable at the objection</a:t>
            </a:r>
          </a:p>
          <a:p>
            <a:pPr lvl="1">
              <a:buChar char="•"/>
            </a:pPr>
            <a:r>
              <a:t>Offline, single file</a:t>
            </a:r>
          </a:p>
        </p:txBody>
      </p:sp>
      <p:sp>
        <p:nvSpPr>
          <p:cNvPr id="2" name="Title 1"/>
          <p:cNvSpPr/>
          <p:nvPr>
            <p:ph type="title"/>
          </p:nvPr>
        </p:nvSpPr>
        <p:spPr>
          <a:xfrm>
            <a:off x="838200" y="400000"/>
            <a:ext cx="8000000" cy="2000000"/>
          </a:xfrm>
        </p:spPr>
        <p:txBody>
          <a:bodyPr/>
          <a:lstStyle/>
          <a:p>
            <a:pPr>
              <a:buNone/>
            </a:pPr>
            <a:r>
              <a:t>Why a proof beats a demo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 1"/>
          <p:cNvSpPr/>
          <p:nvPr>
            <p:ph type="title"/>
          </p:nvPr>
        </p:nvSpPr>
        <p:spPr>
          <a:xfrm>
            <a:off x="838200" y="400000"/>
            <a:ext cx="8000000" cy="2000000"/>
          </a:xfrm>
        </p:spPr>
        <p:txBody>
          <a:bodyPr/>
          <a:lstStyle/>
          <a:p>
            <a:pPr>
              <a:buNone/>
            </a:pPr>
            <a:r>
              <a:t>What we do next</a:t>
            </a:r>
          </a:p>
        </p:txBody>
      </p:sp>
      <p:sp>
        <p:nvSpPr>
          <p:cNvPr id="2" name="Body"/>
          <p:cNvSpPr/>
          <p:nvPr>
            <p:ph type="body"/>
          </p:nvPr>
        </p:nvSpPr>
        <p:spPr>
          <a:xfrm>
            <a:off x="838200" y="2000000"/>
            <a:ext cx="8000000" cy="2000000"/>
          </a:xfrm>
        </p:spPr>
        <p:txBody>
          <a:bodyPr/>
          <a:lstStyle/>
          <a:p>
            <a:pPr>
              <a:buAutoNum type="arabicPeriod"/>
            </a:pPr>
            <a:r>
              <a:t>Draft the spine</a:t>
            </a:r>
          </a:p>
          <a:p>
            <a:pPr>
              <a:buAutoNum type="arabicPeriod"/>
            </a:pPr>
            <a:r>
              <a:t>Wire three branches</a:t>
            </a:r>
          </a:p>
          <a:p>
            <a:pPr>
              <a:buAutoNum type="arabicPeriod"/>
            </a:pPr>
            <a:r>
              <a:t>Rehearse to a clean pass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 1"/>
          <p:cNvSpPr/>
          <p:nvPr>
            <p:ph type="title"/>
          </p:nvPr>
        </p:nvSpPr>
        <p:spPr>
          <a:xfrm>
            <a:off x="838200" y="400000"/>
            <a:ext cx="8000000" cy="2000000"/>
          </a:xfrm>
        </p:spPr>
        <p:txBody>
          <a:bodyPr/>
          <a:lstStyle/>
          <a:p>
            <a:pPr>
              <a:buNone/>
            </a:pPr>
            <a:r>
              <a:t>Who approves this</a:t>
            </a:r>
          </a:p>
        </p:txBody>
      </p:sp>
      <p:pic>
        <p:nvPicPr>
          <p:cNvPr id="4" name="Picture 2" descr="Approval chain diagram"/>
          <p:cNvPicPr/>
          <p:nvPr/>
        </p:nvPicPr>
        <p:blipFill>
          <a:blip r:embed="rId1"/>
        </p:blipFill>
        <p:spPr>
          <a:xfrm>
            <a:off x="838200" y="3000000"/>
            <a:ext cx="4000000" cy="2000000"/>
          </a:xfrm>
        </p:spPr>
      </p:pic>
      <p:graphicFrame>
        <p:nvGraphicFramePr>
          <p:cNvPr id="5" name="Table 1"/>
        </p:nvGraphicFramePr>
        <p:xfrm>
          <a:off x="838200" y="5000000"/>
          <a:ext cx="4000000" cy="1000000"/>
        </p:xfrm>
        <a:graphic>
          <a:graphicData>
            <a:tbl>
              <a:tblPr firstRow="1"/>
              <a:tr>
                <a:tc>
                  <a:txBody>
                    <a:p>
                      <a:r>
                        <a:t>Stage</a:t>
                      </a:r>
                    </a:p>
                  </a:txBody>
                </a:tc>
                <a:tc>
                  <a:txBody>
                    <a:p>
                      <a:r>
                        <a:t>Owner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Legal review</a:t>
                      </a:r>
                    </a:p>
                  </a:txBody>
                </a:tc>
                <a:tc>
                  <a:txBody>
                    <a:p>
                      <a:r>
                        <a:t>Priya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docProps/core.xml><?xml version="1.0" encoding="utf-8"?>
<cp:coreProperties xmlns:cp="http://schemas.openxmlformats.org/package/2006/metadata/core-properties" xmlns:dc="http://purl.org/dc/elements/1.1/" xmlns:dcterms="http://purl.org/dc/terms/">
  <dc:title>Northwind Quarterly Review</dc:title>
  <dc:creator>Dana Reyes</dc:creator>
  <dc:language>en-GB</dc:language>
  <dcterms:created>2026-01-01T00:00:00Z</dcterms:created>
</cp:coreProperties>
</file>